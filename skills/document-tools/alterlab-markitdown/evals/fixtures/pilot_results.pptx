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chart; the numbers are only on the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Writing-feedback app pilot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Department of Sociology teaching seminar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pic>
        <p:nvPicPr>
          <p:cNvPr id="3" name="Picture 2" descr="pilot_results.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6400800" cy="40965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603504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Source: course LMS export, 2026-06-15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